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46888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658368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43484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6634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0932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243584"/>
          </a:xfrm>
          <a:prstGeom prst="roundRect">
            <a:avLst>
              <a:gd name="adj" fmla="val 4412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63824"/>
            <a:ext cx="512064" cy="5120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" y="3694176"/>
            <a:ext cx="141732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8221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3346704"/>
            <a:ext cx="457200" cy="310896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236976"/>
            <a:ext cx="512064" cy="512064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035808"/>
            <a:ext cx="256032" cy="36576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00400"/>
            <a:ext cx="219456" cy="219456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3154680" y="3694176"/>
            <a:ext cx="685800" cy="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3840480" y="3776472"/>
            <a:ext cx="530352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1" name="Shape 14"/>
          <p:cNvSpPr/>
          <p:nvPr/>
        </p:nvSpPr>
        <p:spPr>
          <a:xfrm>
            <a:off x="4370832" y="3776472"/>
            <a:ext cx="841248" cy="-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2" name="Text 15"/>
          <p:cNvSpPr/>
          <p:nvPr/>
        </p:nvSpPr>
        <p:spPr>
          <a:xfrm>
            <a:off x="3246120" y="38221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4" name="Text 17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6" name="Text 19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Text 21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6" name="Text 39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7" name="Text 40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8" name="Text 41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49" name="Text 42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671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30083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849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5239512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715768"/>
            <a:ext cx="0" cy="2523744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715768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5065776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study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Perspective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from adaptive control: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feedback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modulation ↔ robustness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Control-perspective comparison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SATA address problems traditionally studied in adaptive control?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2026-05-24T08:15:24Z</dcterms:created>
  <dcterms:modified xsi:type="dcterms:W3CDTF">2026-05-24T08:15:24Z</dcterms:modified>
</cp:coreProperties>
</file>