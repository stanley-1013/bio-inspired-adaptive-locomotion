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sec]
Open: title, course, your name — one breath, then move on.
CORE (set the frame early): We are NOT proposing a new controller. We reproduce SATA, understand its adaptive behavior, and discuss it from a control perspective.
TRANSITION: 'Let me start with why this is a control problem.'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sec]
CORE MESSAGE (repeat across the talk): We are NOT proposing a new controller. We aim to reproduce SATA, understand its adaptive behavior, and discuss it from a control perspective.
TALKING POINTS:
- Frame this as a CONTROL problem, not an RL talk.
- Position control commands a joint angle; a low-level PD loop turns the error into torque. Stiff and accurate when the world is known.
- It fails on exactly what this course cares about: compliance, disturbance rejection, unknown terrain, sim-to-real gap.
- Torque control commands force directly, so the robot can yield and adapt instead of resisting.
TRANSITION: 'The question is how to get adaptive locomotion in unknown environments — SATA is one bio-inspired answer.'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One message: SATA injects bio-inspired adaptation INTO a torque policy. Don't read equations.
- Flow: observation -&gt; RL torque policy -&gt; biomechanical layer -&gt; torque -&gt; robot; fatigue state feeds back.
- Biomechanical model: activation smooths the command, a muscle model prevents abrupt torque, fatigue discourages overusing joints.
- Growth mechanism: torque limit, reward, and control frequency unlock progressively — like an animal maturing.
- Net effect: safe torques plus generalization, deployed zero-shot.
TRANSITION: 'That's what SATA is — here is how WE plan to study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Feasibility is the point of this slide: executable, not just a paper review.
- Phase 1: stand up the official SATA pipeline in Isaac Gym — proves we can run it.
- Phase 2: controlled ablations — toggle fatigue, retune torque limit / growth, change terrain; observe behavior shifts.
- Phase 3: map each mechanism to an adaptive-control reading (analogy, not equivalence).
- Phase 4 residual term only if time allows — not promised.
TRANSITION: 'So what do we expect to deliver?'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
TALKING POINTS:
- Close the loop, no overclaiming: the contribution is understanding, not a new algorithm.
- Three concrete outputs: reproduction, behavior analysis, control-theoretic interpretation.
- The four research questions map onto the four slides.
CLOSING LINE (read the bottom band): bio-inspired torque control -&gt; adaptive behavior -&gt; interpreted through adaptive &amp; robust control.
REINFORCE THE CORE: we are not proposing a new controller — reproduce SATA, understand its adaptive behavior, discuss it from a control perspective.
TRANSITION: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5544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15544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98380" y="2304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743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98380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3931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749808"/>
            <a:ext cx="566928" cy="56692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  ·   ADAPTIVE CONTROL SYSTEMS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24028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Bio-inspired Adaptive Locomotion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 Torque-based Learning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58368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of SATA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6656" y="4754880"/>
            <a:ext cx="1828800" cy="45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983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Chuan-Han Li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4132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05 / 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Locomotion Is a Control Problem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4983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91440" cy="187452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81051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Position-based locomotion is accurate under known conditions but rigid — it struggles with compliance, disturbance handling, unknown terrain, and the sim-to-real gap.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46704"/>
            <a:ext cx="4983480" cy="86868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91440" cy="868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3467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Torque-based control may enable more compliant interaction and improve adaptation capability.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14" name="Text 12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CONTROL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CONTROL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position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force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723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1727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behavior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interaction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723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1727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adaptation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response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5138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robots achieve safer and more adaptive locomotion in unknown environments?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5760720" y="44988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behavior </a:t>
            </a:r>
            <a:pPr algn="r" indent="0" marL="0">
              <a:buNone/>
            </a:pPr>
            <a:r>
              <a:rPr lang="en-US" sz="1300" b="1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adaptive control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Chen et al. (torque control) · Lee et al. (terrain) · Miki et al. (perceptive loco.)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SATA: Bio-inspired Adaptation in Torque Control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RL torque policy wrapped by a biomechanical layer and a growth curriculum.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54780" y="21579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331720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2331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Policy (RL)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4780" y="28895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3063240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0632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5478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379476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14600" y="37947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Output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54780" y="43525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452628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45262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194560" y="4800600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606040"/>
            <a:ext cx="0" cy="219456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2606040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91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feedback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+ fatigue)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46520" y="15544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46520" y="1554480"/>
            <a:ext cx="91440" cy="13716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7" name="Shape 25"/>
          <p:cNvSpPr/>
          <p:nvPr/>
        </p:nvSpPr>
        <p:spPr>
          <a:xfrm>
            <a:off x="6702552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6"/>
          <p:cNvSpPr/>
          <p:nvPr/>
        </p:nvSpPr>
        <p:spPr>
          <a:xfrm>
            <a:off x="670255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360920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Biomechanical Model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60920" y="219456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 ·  muscle  ·  fatigue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46520" y="31546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46520" y="3154680"/>
            <a:ext cx="91440" cy="137160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3" name="Shape 31"/>
          <p:cNvSpPr/>
          <p:nvPr/>
        </p:nvSpPr>
        <p:spPr>
          <a:xfrm>
            <a:off x="6702552" y="3383280"/>
            <a:ext cx="502920" cy="502920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34" name="Text 32"/>
          <p:cNvSpPr/>
          <p:nvPr/>
        </p:nvSpPr>
        <p:spPr>
          <a:xfrm>
            <a:off x="670255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360920" y="3355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Mechanism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60920" y="37673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 ·  training curriculum  ·  control frequency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446520" y="4709160"/>
            <a:ext cx="5257800" cy="868680"/>
          </a:xfrm>
          <a:prstGeom prst="rect">
            <a:avLst/>
          </a:prstGeom>
          <a:solidFill>
            <a:srgbClr val="ECF1F0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11112" y="470916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safe torques that progressively unlock capability — demonstrated zero-shot deployment (sim-to-real).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Hill (muscle dynamics) · Liu et al. (fatigue) · Bellegarda &amp; Ijspeert (CPG-RL)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Plan: Understand → Reproduce → Analyze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feasible 3-phase study, with an optional extension — we interpret SATA, not redesign the RL.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Isaac Gym on a CUDA server (container / venv) and run the official SATA training.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4088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9816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92424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92424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23944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23944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93592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fatigue · change torque limit · modify growth schedule · vary terrain.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593592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89320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81928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13448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13448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Interpretation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83096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↔ gain scheduling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↔ internal feedback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↔ adaptive constraint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(analogies, not claims)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83096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3096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&amp; discussion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878824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71432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8A87"/>
            </a:solidFill>
            <a:prstDash val="dash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71432" y="1554480"/>
            <a:ext cx="2615184" cy="777240"/>
          </a:xfrm>
          <a:prstGeom prst="rect">
            <a:avLst/>
          </a:prstGeom>
          <a:solidFill>
            <a:srgbClr val="8E9B98"/>
          </a:solidFill>
          <a:ln/>
        </p:spPr>
      </p:sp>
      <p:sp>
        <p:nvSpPr>
          <p:cNvPr id="39" name="Shape 37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9B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902952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OPTIONAL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02952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Compensation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72600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exploration.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buNone/>
            </a:pPr>
            <a:r>
              <a:rPr lang="en-US" sz="120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τ</a:t>
            </a:r>
            <a:pPr indent="0" marL="0">
              <a:buNone/>
            </a:pPr>
            <a:r>
              <a:rPr lang="en-US" sz="120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τ</a:t>
            </a:r>
            <a:pPr indent="0" marL="0">
              <a:buNone/>
            </a:pPr>
            <a:r>
              <a:rPr lang="en-US" sz="120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time &amp; feasibility allow.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372600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observations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074920"/>
            <a:ext cx="11183112" cy="86868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1755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431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analyze adaptation instead of proposing new methods — we do not redesign the RL algorithm.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RL2AC · DecAP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Outputs &amp; Contribution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80160"/>
            <a:ext cx="9144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study adaptive behavior — not propose a new RL algorithm.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788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4655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analysis (ablation)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control interpretation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78992" y="4818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discussion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093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918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torque control?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07424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07424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9308592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918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creates adaptation?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09360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2062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10528" y="46634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relate to adaptive control?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107424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07424" y="4206240"/>
            <a:ext cx="91440" cy="1188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6634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lightweight compensation help?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02920" y="562356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studies how bio-inspired torque control produces adaptive locomotion, and interprets it through adaptive and robust control perspectives.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Adaptive Locomotion via Torque-based Learning</dc:title>
  <dc:subject>PptxGenJS Presentation</dc:subject>
  <dc:creator>SATA Progress Report</dc:creator>
  <cp:lastModifiedBy>SATA Progress Report</cp:lastModifiedBy>
  <cp:revision>1</cp:revision>
  <dcterms:created xsi:type="dcterms:W3CDTF">2026-05-24T07:09:08Z</dcterms:created>
  <dcterms:modified xsi:type="dcterms:W3CDTF">2026-05-24T07:09:08Z</dcterms:modified>
</cp:coreProperties>
</file>